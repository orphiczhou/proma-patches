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560320"/>
            <a:ext cx="640080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树形会话执行体系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多Agent任务编排方法论与实践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Proma 会话 Fork 机制的层级化协作框架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周星星 | 2026年6月 | 南京大学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问题提出：单Agent长链路任务的三大痛点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14300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上下文膨胀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单会话处理复杂任务，token 消耗随步骤指数增长，超出窗口上限后信息丢失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114300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8046720" cy="54864"/>
          </a:xfrm>
          <a:prstGeom prst="rect">
            <a:avLst/>
          </a:prstGeom>
          <a:solidFill>
            <a:srgbClr val="C4A43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87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方向漂移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长链路推理中 Agent 逐渐偏离原始目标，缺乏外部纠偏机制，偏差累积到末端才暴露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8046720" cy="114300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80467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13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质量不可控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同一推理链难以发现自身逻辑跳跃，'自己画靶自己打分'，缺乏独立的第三方审查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核心思想：分解 + 并行 + 契约 + 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将复杂任务分解为树形结构，多会话并行执行，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结构化契约保底，事件通道上下行，迭代至收敛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920240" cy="16459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26080"/>
            <a:ext cx="1920240" cy="45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项目经理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指挥官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拆解任务、分派工人、验收成果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2926080"/>
            <a:ext cx="1920240" cy="16459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2926080"/>
            <a:ext cx="1920240" cy="45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专业工人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子会话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按图纸施工、日报汇报、自检质量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1920240" cy="16459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1920240" cy="45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施工图纸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5件套契约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Brief/DoD/Report/Autonomy/Self-Audit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926080"/>
            <a:ext cx="1920240" cy="16459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926080"/>
            <a:ext cx="1920240" cy="45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施工日报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事件通道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brief_echo/done/blocked/plan 四种上行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体系架构全景：两层三组件四方法论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MCP 基础设施 (v0.16.5)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个会话管理工具 (11 本地 + 11 远端)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create_session / fork_session / send_message / list_messages / archive_session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stdio MCP 桥接 + 实例自动发现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提供 Fork/发消息/回收 基础能力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118872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73152" cy="118872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树形会话执行体系 (v0.2.0)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tree-state.js (状态引擎) + tree-commander SKILL + tree-worker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指挥官方法论 + 终局验证方法论 + 树形审计方法论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文件发布包 · 7000+ 行 · 4 次真实验证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树形任务结构：命名·拓扑·角色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097280"/>
            <a:ext cx="164592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指挥官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root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228600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74520"/>
            <a:ext cx="228600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1645920" cy="777240"/>
          </a:xfrm>
          <a:prstGeom prst="rect">
            <a:avLst/>
          </a:prstGeom>
          <a:solidFill>
            <a:srgbClr val="4472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工人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1645920" cy="777240"/>
          </a:xfrm>
          <a:prstGeom prst="rect">
            <a:avLst/>
          </a:prstGeom>
          <a:solidFill>
            <a:srgbClr val="4472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工人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560320"/>
            <a:ext cx="1645920" cy="777240"/>
          </a:xfrm>
          <a:prstGeom prst="rect">
            <a:avLst/>
          </a:prstGeom>
          <a:solidFill>
            <a:srgbClr val="4472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工人 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verify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33375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77640"/>
            <a:ext cx="164592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孙会话 A1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polish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命名规范: {prefix}-{path}-{role}   |   例: l1fix-A-test, real-B-review, bverify-F1-polish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5件套契约体系：子会话的操作边界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600200" cy="3474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6002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任务简报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parent_intent + my_mission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why_this_exists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in_scope / out_of_scope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097280"/>
            <a:ext cx="1600200" cy="3474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097280"/>
            <a:ext cx="16002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6272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完成定义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76272" y="192024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交付物清单 + 质量门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self_check 自查项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验收标准不可模糊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1600200" cy="3474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097280"/>
            <a:ext cx="1600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913632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13632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汇报协议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13632" y="192024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done/blocked/plan 格式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plan_ack_seconds 超时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升级路径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097280"/>
            <a:ext cx="1600200" cy="3474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097280"/>
            <a:ext cx="1600200" cy="54864"/>
          </a:xfrm>
          <a:prstGeom prst="rect">
            <a:avLst/>
          </a:prstGeom>
          <a:solidFill>
            <a:srgbClr val="C4A43E"/>
          </a:solidFill>
          <a:ln/>
        </p:spPr>
      </p:sp>
      <p:sp>
        <p:nvSpPr>
          <p:cNvPr id="22" name="Text 20"/>
          <p:cNvSpPr/>
          <p:nvPr/>
        </p:nvSpPr>
        <p:spPr>
          <a:xfrm>
            <a:off x="5650992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50992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自主边界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50992" y="192024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can_decide / must_report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must_ask 请示清单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越界 = 方向偏差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1097280"/>
            <a:ext cx="1600200" cy="34747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1097280"/>
            <a:ext cx="1600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352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Self-Audit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88352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自审契约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88352" y="192024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清单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audit_after_each: true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max_self_corrections: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契约缺一不可。指挥官下发子任务时，首条消息必须包含完整5件套YAML模板。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事件通道：4种上行消息 + 下行决策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228600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触发时机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指挥官响应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brief_echo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收到5件套后首条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派Agent比对理解度, ≥85%放行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全部milestones完成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派验收Agent, 按verdict走纠偏/放行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A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遇到无法自决的障碍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审查选项A/B, &gt;10min无响应→重Fork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拟拆解孙任务时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5分钟默认放行(plan_ack_seconds)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下行：指挥官通过 send_message 下发 决策/限权/剪枝/nudge/status_check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tree-state.js：唯一真相源 (Single Source of Truth)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1,551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JavaScript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持久化 + 内存缓存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树拓扑管理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增删改查 · 父子关系 · 路径定位 · 命名强制校验 LEAF_NAME_RE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749808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事件日志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brief_echo/done/blocked/plan 结构化持久化 · 8种事件类型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39312"/>
            <a:ext cx="749808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版本追踪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每次写入自增版本号 · 每10次写自动备份 · 最近10份备份保留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96512"/>
            <a:ext cx="749808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严格校验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set-status done 前校验非空且全部 audit_pass=true · 空 milestone 拒绝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553712"/>
            <a:ext cx="7498080" cy="0"/>
          </a:xfrm>
          <a:prstGeom prst="line">
            <a:avLst/>
          </a:prstGeom>
          <a:noFill/>
          <a:ln w="635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引用 · fork_to 一致性 · session_id 唯一 · path 正确 · milestone.id 唯一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工作流程：5步法 + 质量门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645920" cy="20116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4592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任务规划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TaskCreate 拆解用户意图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标注依赖：并行/串行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29968" y="1097280"/>
            <a:ext cx="1645920" cy="20116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097280"/>
            <a:ext cx="16459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21408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下发子会话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21408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+ 5件套契约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首条消息即完整YAML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75888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85616" y="1097280"/>
            <a:ext cx="1645920" cy="20116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097280"/>
            <a:ext cx="1645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877056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77056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事件路由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77056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4种上行消息处理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brief_echo→done→验收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31536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41264" y="1097280"/>
            <a:ext cx="1645920" cy="20116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1264" y="1097280"/>
            <a:ext cx="1645920" cy="54864"/>
          </a:xfrm>
          <a:prstGeom prst="rect">
            <a:avLst/>
          </a:prstGeom>
          <a:solidFill>
            <a:srgbClr val="C4A43E"/>
          </a:solidFill>
          <a:ln/>
        </p:spPr>
      </p:sp>
      <p:sp>
        <p:nvSpPr>
          <p:cNvPr id="25" name="Text 23"/>
          <p:cNvSpPr/>
          <p:nvPr/>
        </p:nvSpPr>
        <p:spPr>
          <a:xfrm>
            <a:off x="5632704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A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32704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32704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独立验收Agent审查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通过→done / 不通过→纠偏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87184" y="1828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96912" y="1097280"/>
            <a:ext cx="1645920" cy="20116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96912" y="1097280"/>
            <a:ext cx="1645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388352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88352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沉淀文档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88352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产出落盘.context/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关键决策note.md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三步质量门 (铁律 #3)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 → 回归测试 → 审计   |   缺任一步不算完成   |   审计环节必须 ≥7 个并行审查 leaf (铁律 #5)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偏差检测与三档纠偏决策树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轻档 · nudge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发提示消息，给一次自纠机会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send_message(leaf, 'nudge: ' + suggestion)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31720"/>
            <a:ext cx="73152" cy="1051560"/>
          </a:xfrm>
          <a:prstGeom prst="rect">
            <a:avLst/>
          </a:prstGeom>
          <a:solidFill>
            <a:srgbClr val="C4A43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中档 · limit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限制权限 · autonomy-override 缩小自主范围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已有限权记录? → prune, 否则 → nudge 先给机会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重档 · prune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归档旧会话 · 重新 Fork · leaf 加 i2 后缀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archive_session + fork + leaf set-status pruned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核心原则：同一偏差最多 2 次纠正机会，第 3 次必剪枝。drift_log 永不截断，全链路可追溯。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上下文管理：竹节交接 + 心跳监控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329184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竹节交接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哨兵 Agent 检测 context_usage ≥ 85%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子会话在 done 上报中声明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指挥官 schedule_handoff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新会话 Fork，继承任务状态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旧会话 archive，segment_chain 追加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每个交接点完整可追溯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29184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心跳巡检 (v0.2 设计)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 Automation · 每15分钟触发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哨兵Agent 三态判定：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active: &lt;5min 活动 → 放行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stale: 5-30min → status_check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silent: &gt;30min → 标记待纠偏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silent → 自动升级重档剪枝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v0.2: 心跳方案已设计 (S2 test plan) · 竹节交接已设计 (§8.3) · v0.3 编码实现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终局验证方法论：用"攻击"代替"审查"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9601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阶段一：四维交叉审查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4个Agent并行 · 一致性/完整性/规范性/可验证性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找显性错误：违反规则、逻辑矛盾、遗漏、格式问题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9601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73152" cy="960120"/>
          </a:xfrm>
          <a:prstGeom prst="rect">
            <a:avLst/>
          </a:prstGeom>
          <a:solidFill>
            <a:srgbClr val="C4A43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A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阶段二：反向映射+反事实攻击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2个Agent并行 · 从报告反推功能清单 vs 上游比对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构造破坏性场景 · "如果发生X，文档能不能兜住？"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73152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阶段三：场景走查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1-3条核心流程逐步对照 · 标记"走不通"的步骤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验证文档在真实使用场景中是否"能跑通"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核心洞察：用"攻击心态"打破"建设心态"的盲区 — 产出Agent和审查Agent必须是不同的人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树形审计方法论：独创贡献 — 强制执行版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5条铁律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审查必须并行多Agent (≥7 leaf)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必须迭代到收敛 (≥2轮, N₂ &lt; N₁×0.3)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反事实攻击必须独立子会话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修正后必须回归验证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结论必须基于证据 (git commit 固化)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023360" cy="21945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最小审计树结构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(指挥官)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C1-C4 (四维审查)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(反向映射)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(反事实攻击)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(修正执行)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收敛三条件（全部满足方可停止）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当前轮次新发现的问题数 &lt; 上一轮的 30%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无阻断级或严重级新问题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所有遗留问题均为"建议"级或"待人类确认"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方法论演进：从 v2.0 到 v2.1 — "不教而诛，谓之虐"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274320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2743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问题：两次相同失败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L1Fix · C-verify worker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收到"四维审查+反事实攻击"任务
单Agent读完文件直接写审查报告
未 Fork 任何子会话 · 1轮就 declare done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自审计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创建1个审查子会话包办全部维度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无迭代收敛 · 一轮修正后直接 commit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2743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根因与修复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v2.0 没有审计工作流指令
方法论写了文档但未编码到提示词
Agent 根本不知道要并行多Agent审计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A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(v2.1)：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SKILL +200行 §14 审计工作流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SKILL +65行 §10 审计角色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 4→5 · 5条 → 强制 7leaf + 2轮迭代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"不教而诛，谓之虐" — 方法论不能只写文档，必须编码到 SKILL 提示词中。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每个铁律的落地方式 = SKILL 中的强制指令 + tree-state 中的可检测违规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验证结果：4次端到端真实验证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194560"/>
                <a:gridCol w="137160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验证任务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频道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子会话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GLM-5-Turbo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(1孙)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有条件通过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重测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25/25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验证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(1孙)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1次0偏差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workers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补测通过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关键指标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tree-state validate 全部 ok  ·  drift_log 最长 8 条  ·  write_count 最高 57  ·  命名规范 0 违规  ·  自动备份全部触发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实战案例：L1 remote-session 验收测试全链路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14630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并行审计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3阻断+6严重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2011680" cy="1463040"/>
          </a:xfrm>
          <a:prstGeom prst="rect">
            <a:avLst/>
          </a:prstGeom>
          <a:solidFill>
            <a:srgbClr val="4472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A补测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B修报告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C验证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14630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49440" y="1097280"/>
            <a:ext cx="2011680" cy="1463040"/>
          </a:xfrm>
          <a:prstGeom prst="rect">
            <a:avLst/>
          </a:prstGeom>
          <a:solidFill>
            <a:srgbClr val="C4A43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审查报告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产出完毕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provider 切换 (MiniMax↔DeepSeek) 测试通过 — 补丁 H v2 核心场景验证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new_title Bug 修复确认 — 指定标题正确生效，非自动 "(fork)" 后缀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A-test worker 提供原始 JSON 证据 — 每个 API 调用附完整返回值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识别出 C-verify 未 Fork 子Agent 的缺陷 — 直接催生了 SKILL v2.1 的审计工作流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工具生态：代码·文档·测试·发布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tree-state.js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1,551行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状态引擎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~1,100行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指挥官+工人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137160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4份方法论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~2,500行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指挥官/终局/审计/设计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2011680" cy="137160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文件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7,000+行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完整发布包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发布包目录结构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0632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release/tree-system-v0.2.0/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core/tree-state.js (1,551行)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skills/tree-commander/SKILL.md (v2.1, ~800行)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skills/tree-worker/SKILL.md (v2.1, ~430行)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methodologies/ (3份方法论)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design/tree-commander-design.md (1,413行)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test-plans/ (S1+S2)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verification-reports/ (B+L2+S1 retest)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handoffs/ (2份示例)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当前局限与 v0.3 路线图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931920" cy="320040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3200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已知限制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异步上报未验证 (全链路 wait=true)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心跳/内审/三档纠偏仅方案未编码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竹节交接仅方案 (&gt;85% 甜点接力)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 fire-and-forget 存在竞态 (L1 I3)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频道兼容性: GLM配额不稳, DeepSeek偶卡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93192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4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v0.3 目标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心跳机制编码实现 + automation 部署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内审流程 + 三档纠偏决策树编码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异步事件通道真实验证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竹节交接实现 + context 甜点检测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 smoke test (Proma自动化任务)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频道兼容性矩阵正式文档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 预计 2026年7月发布 · 目标：从 Alpha 升级到 Beta 可用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学术贡献与创新点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743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❶ 三要素形式化框架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首次将多Agent协作抽象为"契约(Brief/DoD/Report/Autonomy/Self-Audit) + 事件(4种上行通道) + 纠偏(三档递进)"三要素，每个要素都有严格的格式约束和可检测的违规标准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73152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❷ 终局验证循环收敛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融合四维交叉审查+反向映射+反事实攻击的三阶段验证体系，与树形执行系统深度结合。引入显式收敛条件 (N₂ &lt; N₁×0.3, 无阻断/严重, 残留建议级)，使其从定性建议升级为可量化、可强制执行的标准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❸ "不教而诛"的工程洞察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3649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通过两次真实失败案例 (L1Fix/L2)，发现方法论不能仅以独立文档存在，必须"编码"到 Agent SKILL 提示词中。每个铁律的落地方式 = SKILL强制指令 + tree-state 可检测违规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EBF0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❹ 插件化工程实现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3251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在商用闭源 AI 助手 (Proma) 上以纯插件形式 (sed补丁+独立JS文件) 实现了完整的多会话编排系统，无需修改核心代码。验证了"开源做壳、闭源做肉"策略在 AI 工具链中的可行性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树形会话执行体系 v0.2.0
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全部代码与文档: github.com/orphiczhou/proma-patches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文件 · 7,000+ 行 · 4 次真实验证 · Apache 2.0 开源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周星星 · 南京大学 · 2026年6月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树形会话执行体系：多Agent任务编排方法论与实践</dc:title>
  <dc:subject>PptxGenJS Presentation</dc:subject>
  <dc:creator>周星星</dc:creator>
  <cp:lastModifiedBy>周星星</cp:lastModifiedBy>
  <cp:revision>1</cp:revision>
  <dcterms:created xsi:type="dcterms:W3CDTF">2026-06-19T10:37:30Z</dcterms:created>
  <dcterms:modified xsi:type="dcterms:W3CDTF">2026-06-19T10:37:30Z</dcterms:modified>
</cp:coreProperties>
</file>